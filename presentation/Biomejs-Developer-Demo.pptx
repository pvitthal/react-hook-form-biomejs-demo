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3eea58bc7749ea" /><Relationship Type="http://schemas.openxmlformats.org/officeDocument/2006/relationships/extended-properties" Target="/docProps/app.xml" Id="R0f0d21231dc54616" /><Relationship Type="http://schemas.openxmlformats.org/officeDocument/2006/relationships/officeDocument" Target="/ppt/presentation.xml" Id="R64f1086f164f4f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b515b2b1174949"/>
  </p:sldMasterIdLst>
  <p:notesMasterIdLst>
    <p:notesMasterId xmlns:r="http://schemas.openxmlformats.org/officeDocument/2006/relationships" r:id="R9ce0c9cd157146b2"/>
  </p:notesMasterIdLst>
  <p:sldIdLst>
    <p:sldId xmlns:r="http://schemas.openxmlformats.org/officeDocument/2006/relationships" id="256" r:id="Rd7f2a161ebb44a32"/>
    <p:sldId xmlns:r="http://schemas.openxmlformats.org/officeDocument/2006/relationships" id="257" r:id="R3be410ed38934f01"/>
    <p:sldId xmlns:r="http://schemas.openxmlformats.org/officeDocument/2006/relationships" id="258" r:id="R05340e7ed32c4958"/>
    <p:sldId xmlns:r="http://schemas.openxmlformats.org/officeDocument/2006/relationships" id="259" r:id="R45e865144b964160"/>
    <p:sldId xmlns:r="http://schemas.openxmlformats.org/officeDocument/2006/relationships" id="260" r:id="Rcc42a33ad50f496e"/>
    <p:sldId xmlns:r="http://schemas.openxmlformats.org/officeDocument/2006/relationships" id="261" r:id="R0170425e12524135"/>
    <p:sldId xmlns:r="http://schemas.openxmlformats.org/officeDocument/2006/relationships" id="262" r:id="R247f8e45b5a24731"/>
    <p:sldId xmlns:r="http://schemas.openxmlformats.org/officeDocument/2006/relationships" id="263" r:id="R8121ed8a2aaf4874"/>
    <p:sldId xmlns:r="http://schemas.openxmlformats.org/officeDocument/2006/relationships" id="264" r:id="R835bfcc882284467"/>
    <p:sldId xmlns:r="http://schemas.openxmlformats.org/officeDocument/2006/relationships" id="265" r:id="Rbfd13dc4bc824ed1"/>
    <p:sldId xmlns:r="http://schemas.openxmlformats.org/officeDocument/2006/relationships" id="266" r:id="R886ac0f0003947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8f4fd488df4b0d" /><Relationship Type="http://schemas.openxmlformats.org/officeDocument/2006/relationships/slideMaster" Target="/ppt/slideMasters/slideMaster1.xml" Id="R65b515b2b1174949" /><Relationship Type="http://schemas.openxmlformats.org/officeDocument/2006/relationships/notesMaster" Target="/ppt/notesMasters/notesMaster1.xml" Id="R9ce0c9cd157146b2" /><Relationship Type="http://schemas.openxmlformats.org/officeDocument/2006/relationships/presProps" Target="/ppt/presProps.xml" Id="R6862cf55be1f47ae" /><Relationship Type="http://schemas.openxmlformats.org/officeDocument/2006/relationships/tableStyles" Target="/ppt/tableStyles.xml" Id="R4e01775970814d82" /><Relationship Type="http://schemas.openxmlformats.org/officeDocument/2006/relationships/slide" Target="/ppt/slides/slide1.xml" Id="Rd7f2a161ebb44a32" /><Relationship Type="http://schemas.openxmlformats.org/officeDocument/2006/relationships/slide" Target="/ppt/slides/slide2.xml" Id="R3be410ed38934f01" /><Relationship Type="http://schemas.openxmlformats.org/officeDocument/2006/relationships/slide" Target="/ppt/slides/slide3.xml" Id="R05340e7ed32c4958" /><Relationship Type="http://schemas.openxmlformats.org/officeDocument/2006/relationships/slide" Target="/ppt/slides/slide4.xml" Id="R45e865144b964160" /><Relationship Type="http://schemas.openxmlformats.org/officeDocument/2006/relationships/slide" Target="/ppt/slides/slide5.xml" Id="Rcc42a33ad50f496e" /><Relationship Type="http://schemas.openxmlformats.org/officeDocument/2006/relationships/slide" Target="/ppt/slides/slide6.xml" Id="R0170425e12524135" /><Relationship Type="http://schemas.openxmlformats.org/officeDocument/2006/relationships/slide" Target="/ppt/slides/slide7.xml" Id="R247f8e45b5a24731" /><Relationship Type="http://schemas.openxmlformats.org/officeDocument/2006/relationships/slide" Target="/ppt/slides/slide8.xml" Id="R8121ed8a2aaf4874" /><Relationship Type="http://schemas.openxmlformats.org/officeDocument/2006/relationships/slide" Target="/ppt/slides/slide9.xml" Id="R835bfcc882284467" /><Relationship Type="http://schemas.openxmlformats.org/officeDocument/2006/relationships/slide" Target="/ppt/slides/slide10.xml" Id="Rbfd13dc4bc824ed1" /><Relationship Type="http://schemas.openxmlformats.org/officeDocument/2006/relationships/slide" Target="/ppt/slides/slide11.xml" Id="R886ac0f0003947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4a9c89f654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68fb6dbd414024" /><Relationship Type="http://schemas.openxmlformats.org/officeDocument/2006/relationships/notesMaster" Target="/ppt/notesMasters/notesMaster1.xml" Id="R0e308ccde0b5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f3c18ec13340b4" /><Relationship Type="http://schemas.openxmlformats.org/officeDocument/2006/relationships/notesMaster" Target="/ppt/notesMasters/notesMaster1.xml" Id="R1ee59143b92f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74fe7730a94c9c" /><Relationship Type="http://schemas.openxmlformats.org/officeDocument/2006/relationships/notesMaster" Target="/ppt/notesMasters/notesMaster1.xml" Id="R40b35d54a584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b3fbb7669f4ced" /><Relationship Type="http://schemas.openxmlformats.org/officeDocument/2006/relationships/notesMaster" Target="/ppt/notesMasters/notesMaster1.xml" Id="R8b6a1d405bf546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5fa28ab6624a6d" /><Relationship Type="http://schemas.openxmlformats.org/officeDocument/2006/relationships/notesMaster" Target="/ppt/notesMasters/notesMaster1.xml" Id="R5884b917b41f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f91fb4125c406e" /><Relationship Type="http://schemas.openxmlformats.org/officeDocument/2006/relationships/notesMaster" Target="/ppt/notesMasters/notesMaster1.xml" Id="R7faa02ac53f344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042edcbda54347" /><Relationship Type="http://schemas.openxmlformats.org/officeDocument/2006/relationships/notesMaster" Target="/ppt/notesMasters/notesMaster1.xml" Id="Ra1856ee6599645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5a30a1504a4ebf" /><Relationship Type="http://schemas.openxmlformats.org/officeDocument/2006/relationships/notesMaster" Target="/ppt/notesMasters/notesMaster1.xml" Id="R21f184f70b2e40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6c917b75ef4db2" /><Relationship Type="http://schemas.openxmlformats.org/officeDocument/2006/relationships/notesMaster" Target="/ppt/notesMasters/notesMaster1.xml" Id="R2f9cb7113ec548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5cb8a018bc46d2" /><Relationship Type="http://schemas.openxmlformats.org/officeDocument/2006/relationships/notesMaster" Target="/ppt/notesMasters/notesMaster1.xml" Id="R7702c2f885834d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a786a9ae62487d" /><Relationship Type="http://schemas.openxmlformats.org/officeDocument/2006/relationships/notesMaster" Target="/ppt/notesMasters/notesMaster1.xml" Id="Rcc98efeed2834b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https://biomejs.dev/guides/migrate-eslint-prettier/ | https://biomejs.dev/reference/cli/ | https://biomejs.dev/formatter/differences-with-prettier/ | https://biomejs.dev/guides/configure-biome/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25f14935447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90612ade9d4d77" /><Relationship Type="http://schemas.openxmlformats.org/officeDocument/2006/relationships/slideLayout" Target="/ppt/slideLayouts/slideLayout1.xml" Id="R85825c8e9a59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825c8e9a59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3b5d1e5984502" /><Relationship Type="http://schemas.openxmlformats.org/officeDocument/2006/relationships/notesSlide" Target="/ppt/notesSlides/notesSlide1.xml" Id="Rd54003121f704f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6460a94d04f62" /><Relationship Type="http://schemas.openxmlformats.org/officeDocument/2006/relationships/notesSlide" Target="/ppt/notesSlides/notesSlide2.xml" Id="Ra77000219d804f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30b7bb1c8433e" /><Relationship Type="http://schemas.openxmlformats.org/officeDocument/2006/relationships/notesSlide" Target="/ppt/notesSlides/notesSlide3.xml" Id="R7c9437397d964a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af3d54d134418" /><Relationship Type="http://schemas.openxmlformats.org/officeDocument/2006/relationships/notesSlide" Target="/ppt/notesSlides/notesSlide4.xml" Id="Re55cabdb601346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54ca25b244ebb" /><Relationship Type="http://schemas.openxmlformats.org/officeDocument/2006/relationships/notesSlide" Target="/ppt/notesSlides/notesSlide5.xml" Id="Re51becf73e7f4b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e9061b81f42f6" /><Relationship Type="http://schemas.openxmlformats.org/officeDocument/2006/relationships/notesSlide" Target="/ppt/notesSlides/notesSlide6.xml" Id="R6402e94a88924f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ba4f7848641ea" /><Relationship Type="http://schemas.openxmlformats.org/officeDocument/2006/relationships/notesSlide" Target="/ppt/notesSlides/notesSlide7.xml" Id="R2b161adf6ed74e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2f167d5194a01" /><Relationship Type="http://schemas.openxmlformats.org/officeDocument/2006/relationships/notesSlide" Target="/ppt/notesSlides/notesSlide8.xml" Id="Rf6fae121ad2242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16ab2b6f84141" /><Relationship Type="http://schemas.openxmlformats.org/officeDocument/2006/relationships/notesSlide" Target="/ppt/notesSlides/notesSlide9.xml" Id="Rc1ee39b0a6714a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c3dcdb19d4c8a" /><Relationship Type="http://schemas.openxmlformats.org/officeDocument/2006/relationships/notesSlide" Target="/ppt/notesSlides/notesSlide10.xml" Id="R9841038ec38243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f4f1cc7d54a12" /><Relationship Type="http://schemas.openxmlformats.org/officeDocument/2006/relationships/notesSlide" Target="/ppt/notesSlides/notesSlide11.xml" Id="R3356989557fa42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D9C90-EB0F-4D5D-B2B4-F48FBDF7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93C2-6481-408B-8181-3E7A6C90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Biome.js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2CA00-0263-4930-9000-DCD9F54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23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A practical migration and live-demo guide for TypeScript and React teams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799D6-7CB3-4D8A-B5C2-647B653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3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FB3C8"/>
                </a:solidFill>
                <a:latin typeface="Helvetica Neue"/>
                <a:ea typeface="Helvetica Neue"/>
                <a:cs typeface="Helvetica Neue"/>
              </a:rPr>
              <a:t>React Hook Form working copy</a:t>
            </a:r>
          </a:p>
          <a:p xmlns:a="http://schemas.openxmlformats.org/drawingml/2006/main">
            <a:pPr>
              <a:defRPr sz="1350" b="0">
                <a:solidFill>
                  <a:srgbClr val="9FB3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FB3C8"/>
                </a:solidFill>
                <a:latin typeface="Helvetica Neue"/>
                <a:ea typeface="Helvetica Neue"/>
                <a:cs typeface="Helvetica Neue"/>
              </a:rPr>
              <a:t>Biome 2.5.13  |  30 minutes</a:t>
            </a:r>
          </a:p>
        </p:txBody>
      </p:sp>
    </p:spTree>
    <p:extLst>
      <p:ext uri="{BB962C8B-B14F-4D97-AF65-F5344CB8AC3E}">
        <p14:creationId xmlns:p14="http://schemas.microsoft.com/office/powerpoint/2010/main" val="1731327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D5366-4955-4045-A8C1-F26BA89D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A44BE-0BF1-48A5-A3D5-BF104B8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legacy quality-toolchain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48CA1-0D28-4BDE-A082-4917A251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1F78E-F799-4EDC-9F3D-8D2C5804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0ABFD-4BEA-432B-8B92-67C2566E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Formatting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929AC-065B-4F9E-BBCB-C3012C4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Prettier establishes stable code layout. It does not make semantic code-quality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5E08D-7FFB-41F8-A852-CEB91F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231C2-81EF-49DD-96A8-AF5B2DD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Linting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F90C0-8723-4C0A-886D-D9F44807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ESLint plus TypeScript, React, import-sort, and test plugins provide rules. Each plugin adds configuration and upgrade surface.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32ABB-473B-4413-AD85-43F9C0F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D55"/>
          </a:solidFill>
          <a:ln xmlns:a="http://schemas.openxmlformats.org/drawingml/2006/main" w="0">
            <a:solidFill>
              <a:srgbClr val="F6AD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504DC-C511-4A02-81C5-E979EBF9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Developer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74C02-9382-422D-83BD-62CA203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Editors, hooks, and CI often invoke separate commands. Teams must keep scope, ignores, versions, and behavior aligned.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0391B-DA62-4C61-A0E1-ECAEAAFA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Biome brings formatter, linter, import organization, assist actions, and a language server into one toolchain.</a:t>
            </a:r>
          </a:p>
        </p:txBody>
      </p:sp>
    </p:spTree>
    <p:extLst>
      <p:ext uri="{BB962C8B-B14F-4D97-AF65-F5344CB8AC3E}">
        <p14:creationId xmlns:p14="http://schemas.microsoft.com/office/powerpoint/2010/main" val="141611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73549-7102-4379-BDCF-BBAE0A4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48DFC-F830-48F4-BC6D-AED49E4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Biome provides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E5607-8232-46FD-8381-3A1C8E7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47FDA-6A7F-42B4-BD1E-C04F154E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5060F-C6D6-4FD6-AEEB-41EAAE8C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Formatter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22824-370C-4772-B2F3-44542A7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Formats JavaScript, TypeScript, JSON, CSS, GraphQL, and more. Project settings live in biome.json.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A800F-7866-4C15-A598-3204AD0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6F385-6AB1-4F09-8A17-B5A2DD6D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Analyzer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740E7-8708-4908-812E-EEC957B1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Lint rules and assist actions report diagnostics and can offer safe or explicitly unsafe fixes.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6E0E3-D53C-4978-8D75-9106ED42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D55"/>
          </a:solidFill>
          <a:ln xmlns:a="http://schemas.openxmlformats.org/drawingml/2006/main" w="0">
            <a:solidFill>
              <a:srgbClr val="F6AD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C89CB-9EDA-4B13-B320-5561A94F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Language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DA770-E665-4133-9347-BBEFB310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The editor extension reads the same project configuration used by command-line and CI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B84A4-67E3-4178-875B-11CB0BC2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Core commands: biome format, biome lint, biome check, biome migrate, biome explain, biome rage</a:t>
            </a:r>
          </a:p>
        </p:txBody>
      </p:sp>
    </p:spTree>
    <p:extLst>
      <p:ext uri="{BB962C8B-B14F-4D97-AF65-F5344CB8AC3E}">
        <p14:creationId xmlns:p14="http://schemas.microsoft.com/office/powerpoint/2010/main" val="434480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FA409-953D-4313-93F4-7B5CD980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85659-0134-4CC7-8E91-4CF6F23C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Why teams evaluate Biome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3123A-4CED-4713-AED7-8258885F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B0389-776D-4148-A0A6-DAA0192D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DC9E6-0106-423A-B582-E9CD4B8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One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37BC7-B3BF-4C09-8ECD-0ACE96E1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A single configuration can align formatting and many lint decisions across developer machines and CI.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88415-DDED-4119-9CD1-33F50F99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58026-9B32-4F7E-869D-576FD5C7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Fast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268B4-8CE3-4016-B29B-9E902C86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This demo measured formatter checks on the same source scope. Treat the result as local evidence, not a universal benchmark.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20F3B-745A-4DB6-BCBB-5654CEE3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D55"/>
          </a:solidFill>
          <a:ln xmlns:a="http://schemas.openxmlformats.org/drawingml/2006/main" w="0">
            <a:solidFill>
              <a:srgbClr val="F6AD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933EC-DDFB-46D0-AC06-87ABD1C0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Explicit tradeoffs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F9368-D8B9-483E-99B1-5D94394A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 does not promise full ESLint-plugin or Prettier-output parity. Migration requires rule and formatter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C31A2-D462-4231-B489-E7E54CBC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Adoption question: does the team accept the formatter output and the remaining rule-coverage boundary?</a:t>
            </a:r>
          </a:p>
        </p:txBody>
      </p:sp>
    </p:spTree>
    <p:extLst>
      <p:ext uri="{BB962C8B-B14F-4D97-AF65-F5344CB8AC3E}">
        <p14:creationId xmlns:p14="http://schemas.microsoft.com/office/powerpoint/2010/main" val="11134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DCAC4B-EB95-44E3-8261-097BD6B3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3A440-4BB8-460D-B0AB-3655162D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Biome, Prettier, and ESLint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7627D-CFAB-4905-BAD8-1A869DF4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9D66E-DDF7-4411-B202-04D91F7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E6839-DA63-4198-9629-881E8F4C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6F487-13E7-49AF-9E2A-E8407D95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3350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65111-FE69-49EF-9D3C-0DC9FFCC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28750"/>
            <a:ext cx="2105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Prettier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2F00F-D6A7-4F29-B167-ED6AB719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335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2BA84-CE18-40FB-85D0-3E24C17E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428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ESLint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BA03B-91D1-41DD-A549-4789878B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3335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19E18-C21F-4310-9C48-39D8262D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287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Biome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130BE-6E13-42A7-9383-66FA59E5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3308D-98C8-45B0-93F7-114EE744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Primary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A1AC2-CF22-451D-ABF4-6DB7F10D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2BCB1-A674-4A08-BB99-CABCD928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669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Formatting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2DA17-EF77-4512-8A2D-7204358F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B075A-51B8-49A4-8298-797655DB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669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Lint rules plus plugins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08C27-1C2A-4675-B961-55D4EE22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526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26E42-D74E-4F5B-8620-F39C04D9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669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Formatter, linter, assist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3652D-EA4B-4A97-A0A1-2CBFF574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9AB38-FC4F-49E3-827D-73A74DFD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Configuration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69151-EFD7-47BE-A4EC-31D1005E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384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40781-EE6B-4708-95EB-A723938D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.prettierrc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0C7B1-50B9-422A-BEB5-36604E86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B690F-B68F-4C87-AE26-80FC92F2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527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eslint.config.mjs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29A1F-49D8-4F6F-990D-487EDB54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384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BB7EB-1B2E-42C8-AE9E-816956C1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527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197A0-3D22-4C5E-861F-64784D1B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50D23-70CF-40E9-9FBA-09E80567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Fix command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CE39D-F6A2-49B6-B264-61AB11BC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3E90E-8CDB-477D-92FD-8A7067C7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385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prettier --write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CC08B-D9E8-4D36-B718-AF41C104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242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D3F25-E8C7-4296-ADD9-0D0C7B7C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385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eslint --fix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23B636-531C-42BF-BB67-9D6FD9E6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242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78AFCC-8237-413C-BEA4-C4AA5126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385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 check --write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E3B009-29AD-4EDE-8D36-C72ED3E3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46F177-6595-411A-8EC6-CF3FF3F6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Plugin ecosystem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ED68DA-4AB2-4153-A8CA-89E78D98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EE6276-99B4-4C1F-B711-B60735D4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243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Parser and plugin ecosystem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B132B8-0DAF-4A76-96F5-DACF21F0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0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CDF07F-3FC8-42C5-8335-723687A3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24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Largest and most mature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A74F37-5E67-49FA-BDFD-6981B53E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DEDB08-2622-478C-AB8F-B595E3CB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243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Growing, not complete parity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7C36B5-E742-435B-B0FD-C7148A3E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71C48F-AF4A-41B0-A2A0-BECA769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Type checking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601FD3-0A65-4A91-9F80-6862D5D9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B82A98-B5F0-4224-8164-F89B7CAD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101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1D4986-C74A-4E9F-8A92-8A082AB8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958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11B21F-7FA8-49C2-84E5-4444ED5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Rules may be type-aware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45FB48-8A45-467B-B7D8-E4A6125F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958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4EA731-A0BA-413D-B147-6B615B6B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01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No replacement for tsc</a:t>
            </a:r>
          </a:p>
        </p:txBody>
      </p:sp>
    </p:spTree>
    <p:extLst>
      <p:ext uri="{BB962C8B-B14F-4D97-AF65-F5344CB8AC3E}">
        <p14:creationId xmlns:p14="http://schemas.microsoft.com/office/powerpoint/2010/main" val="1121691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6364D-52BF-46B0-8336-11D52148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65125-96F4-480E-8ECC-FB3A2984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live demo working 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5A25E-D698-4A75-A93E-13DBAC73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2264C-1ACC-4A0A-8C3D-F3A05DE3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FD67B-CAE0-4022-A783-BA2F6116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4F0AF-EB51-48E8-ACB7-534C081D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React Hook Form at commit 287bca28…f9fee</a:t>
            </a:r>
          </a:p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Existing ESLint 9 flat config, Prettier 3, TypeScript 6, pnpm lockfile.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94B84-BA3E-4354-8B78-47B716D4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24A55-13C9-4FDB-8EAC-BB1F2F1B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Side-by-side scripts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6234C-A1E4-4422-AE46-C02A25D3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legacy:lint</a:t>
            </a:r>
          </a:p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legacy:format:check</a:t>
            </a:r>
          </a:p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legacy:check</a:t>
            </a:r>
          </a:p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biome:lint</a:t>
            </a:r>
          </a:p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biome:format:check</a:t>
            </a:r>
          </a:p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biome:check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7C2E2-B5AF-47B0-9899-FA0E96D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D55"/>
          </a:solidFill>
          <a:ln xmlns:a="http://schemas.openxmlformats.org/drawingml/2006/main" w="0">
            <a:solidFill>
              <a:srgbClr val="F6AD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3A12A-E1C8-4D1D-9F98-152CAA9B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Disposable fixtures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CE8B6-32BA-4ABA-B286-4C8C625E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A reset command restores intentionally failing TSX and syntax examples. Live writes never touch upstream code.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16BEF-0003-43DD-ABB0-1517D662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Working directory: /Users/max/workspace/learning/react-hook-form-biomejs-demo</a:t>
            </a:r>
          </a:p>
        </p:txBody>
      </p:sp>
    </p:spTree>
    <p:extLst>
      <p:ext uri="{BB962C8B-B14F-4D97-AF65-F5344CB8AC3E}">
        <p14:creationId xmlns:p14="http://schemas.microsoft.com/office/powerpoint/2010/main" val="215083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AF465-FAA3-40E6-8B3E-C79956EB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7D4F5-133D-4625-BD5F-1FE69292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Live terminal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C61BF-5DD0-4920-A1DE-A59FAE78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67C05-410E-4862-BDCF-0C9C40EE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16CF6-FE57-4F55-A117-C582A410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9906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rPr>
              <a:t>$ pnpm demo:reset</a:t>
            </a:r>
          </a:p>
          <a:p xmlns:a="http://schemas.openxmlformats.org/drawingml/2006/main">
            <a:pPr>
              <a:def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rPr>
              <a:t>$ pnpm biome:fixture:check</a:t>
            </a:r>
          </a:p>
          <a:p xmlns:a="http://schemas.openxmlformats.org/drawingml/2006/main">
            <a:pPr>
              <a:def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rPr>
              <a:t>$ pnpm biome:fixture:write</a:t>
            </a:r>
          </a:p>
          <a:p xmlns:a="http://schemas.openxmlformats.org/drawingml/2006/main">
            <a:pPr>
              <a:def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rPr>
              <a:t>$ git diff -- demo-fixtures/working/FormattingAndLintDemo.tsx</a:t>
            </a:r>
          </a:p>
          <a:p xmlns:a="http://schemas.openxmlformats.org/drawingml/2006/main">
            <a:pPr>
              <a:def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rPr>
              <a:t>$ pnpm biome:fixture:write:unsafe</a:t>
            </a:r>
          </a:p>
          <a:p xmlns:a="http://schemas.openxmlformats.org/drawingml/2006/main">
            <a:pPr>
              <a:def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rPr>
              <a:t>$ pnpm biome:fixture:syntax</a:t>
            </a:r>
          </a:p>
          <a:p xmlns:a="http://schemas.openxmlformats.org/drawingml/2006/main">
            <a:pPr>
              <a:def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6FCF5"/>
                </a:solidFill>
                <a:latin typeface="Helvetica Neue"/>
                <a:ea typeface="Helvetica Neue"/>
                <a:cs typeface="Helvetica Neue"/>
              </a:rPr>
              <a:t>$ pnpm demo:reset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49629-A952-4872-B9D9-58AD0B17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3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Explain safe fixes first. Review the diff. Then show the optional unsafe template-literal change and the strict parser diagnostic.</a:t>
            </a:r>
          </a:p>
        </p:txBody>
      </p:sp>
    </p:spTree>
    <p:extLst>
      <p:ext uri="{BB962C8B-B14F-4D97-AF65-F5344CB8AC3E}">
        <p14:creationId xmlns:p14="http://schemas.microsoft.com/office/powerpoint/2010/main" val="321748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0AB2C-4894-48C9-AA8B-F7CD1040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6F4D7-3ED1-4AC4-A96A-1CB40E4F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safe migration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C1333-DE96-43BB-81B0-6E91398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77136-D48C-4B5B-9457-0D45BEC8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3FB29-1854-4F1F-AD9E-835354F7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7FA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97485-3454-4EA5-9283-2D337A5A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57432-B4AC-45A7-A817-CC8EAF6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Commit a clean state. Keep ESLint and Prettier active.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C1FC4-48AA-4973-91D5-D11DDF0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1450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6BCC9-F181-432A-85F6-625978CD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240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7FA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7A46E-BC9D-47E9-A798-53AA298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A73A5-87D5-4B56-B7B5-B520EB88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Run biome migrate prettier and biome migrate eslint without --write.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FF716-D5AC-4CDF-8F92-0CC168C4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130E1-A375-4FF3-AD6B-AFFCD4DF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FB4C5-E293-4898-90A9-E6046ACA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Reconcile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1688-96B9-4549-858D-36B54F3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3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Accept formatter settings and select lint rules deliberately.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03FE3-314E-4367-849B-A728F93A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1450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A5B1C-F832-4B87-A487-063C49C1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240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7FA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B71E1-489F-4C98-B70B-732FC2D9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62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Advisory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55405-2DA8-488B-98EB-899AC809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Triage output before making the Biome job required.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2B895-8815-49D2-AF11-59B2FFB0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1450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C84A0-DD43-415B-9544-734FCF7B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240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FA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7FA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C03B1-9EE9-43E7-AA7E-1085561E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62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Cut 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6BF8A-F51E-4453-BE6B-353C887A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9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Retain tsc, tests, and any ESLint plugins that still add value.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38BEA-572D-42DD-A45A-76A79BBB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In this repo, Biome’s migration preview reported 54 direct rule migrations from 476 discovered ESLint rules.</a:t>
            </a:r>
          </a:p>
        </p:txBody>
      </p:sp>
    </p:spTree>
    <p:extLst>
      <p:ext uri="{BB962C8B-B14F-4D97-AF65-F5344CB8AC3E}">
        <p14:creationId xmlns:p14="http://schemas.microsoft.com/office/powerpoint/2010/main" val="13509835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B8244-8976-451A-9DCC-7EA56FC9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3EA49-88B0-41ED-9B2B-C36BFF2D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Common migration issues and fixes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8E8F1-1A01-48BA-BED0-16EC33D7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3D6BC-A520-4EB6-BBDE-51DBD769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54243-B107-40DB-8BA5-014EE6BC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Formatter differences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954F4-98E2-423F-B62A-8935B746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Align supported options. Keep an intentional-difference list. Biome documents known divergences from Prettier.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5A871-650C-4B68-9D3B-38B7FE13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09430-41FE-4628-8831-4AEDBAA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Rule coverage gaps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64848-AA1C-4598-82D3-2CC612B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Use the migration summary. Keep ESLint plugins where they cover rules Biome does not provide.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0740D-10C0-4392-89C5-AB981155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71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D55"/>
          </a:solidFill>
          <a:ln xmlns:a="http://schemas.openxmlformats.org/drawingml/2006/main" w="0">
            <a:solidFill>
              <a:srgbClr val="F6AD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25E76-8F2D-405D-BE5B-C979E49D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Configuration and parsing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C03DF-1405-47A1-903B-E2B4CC1D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Check ignored paths, plugin loading, and syntax errors. Biome does not format malformed code by default.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5BB2E-BC76-4E20-A950-94EC27D6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20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Avoid declaring success from a generated config alone. A successful migration is an accepted behavior change.</a:t>
            </a:r>
          </a:p>
        </p:txBody>
      </p:sp>
    </p:spTree>
    <p:extLst>
      <p:ext uri="{BB962C8B-B14F-4D97-AF65-F5344CB8AC3E}">
        <p14:creationId xmlns:p14="http://schemas.microsoft.com/office/powerpoint/2010/main" val="17769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71D67-027D-4640-9A9B-02699186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C63C7-AA9E-4DBA-9EC9-5DCA5CE2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Debugging and team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0DCE0-D344-4990-9E8E-36E8A7DC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D326D-A945-4271-A787-C2F4A512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0">
            <a:solidFill>
              <a:srgbClr val="F0F6F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0DAE0-E1F6-4540-8AFB-C9A438D0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Debugging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ECB55-F61F-419D-A782-713F2B23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4000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 explain useButtonType</a:t>
            </a:r>
          </a:p>
          <a:p xmlns:a="http://schemas.openxmlformats.org/drawingml/2006/main">
            <a:pPr>
              <a:def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 rage --formatter --linter</a:t>
            </a:r>
          </a:p>
          <a:p xmlns:a="http://schemas.openxmlformats.org/drawingml/2006/main">
            <a:pPr>
              <a:def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 check --reporter=github</a:t>
            </a:r>
          </a:p>
          <a:p xmlns:a="http://schemas.openxmlformats.org/drawingml/2006/main">
            <a:pPr>
              <a:def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biome migrate eslint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CB7C1-3FFA-4F5B-B754-D062EAEE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81125"/>
            <a:ext cx="5181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6FCF5"/>
          </a:solidFill>
          <a:ln xmlns:a="http://schemas.openxmlformats.org/drawingml/2006/main" w="0">
            <a:solidFill>
              <a:srgbClr val="E6FC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0CA97-F8FB-4E98-BD20-64BF4878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95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Adoption guardrails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DAA0B-BA10-42A1-AC5F-1A3AC927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191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Use the official editor extension and one formatter on save.</a:t>
            </a:r>
          </a:p>
          <a:p xmlns:a="http://schemas.openxmlformats.org/drawingml/2006/main">
            <a:pPr>
              <a:def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Start CI as advisory.</a:t>
            </a:r>
          </a:p>
          <a:p xmlns:a="http://schemas.openxmlformats.org/drawingml/2006/main">
            <a:pPr>
              <a:def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Keep tsc and tests.</a:t>
            </a:r>
          </a:p>
          <a:p xmlns:a="http://schemas.openxmlformats.org/drawingml/2006/main">
            <a:pPr>
              <a:def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Make the check required only after triage.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B5308-0221-4208-9ADF-35651212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Biome centralizes many checks. It does not replace every specialized tool or TypeScript type checking.</a:t>
            </a:r>
          </a:p>
        </p:txBody>
      </p:sp>
    </p:spTree>
    <p:extLst>
      <p:ext uri="{BB962C8B-B14F-4D97-AF65-F5344CB8AC3E}">
        <p14:creationId xmlns:p14="http://schemas.microsoft.com/office/powerpoint/2010/main" val="1837023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0201B-66F7-4115-AD47-C20E289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AB"/>
          </a:solidFill>
          <a:ln xmlns:a="http://schemas.openxmlformats.org/drawingml/2006/main" w="0">
            <a:solidFill>
              <a:srgbClr val="0B7FA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BF67-0B47-4087-AD24-06EDC1FA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Decision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F127E-D063-4A89-BA2A-C5126983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BIOME.JS DEVELOPER DEMO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E6235-B8ED-4BF1-9480-5136D839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F3A97-74F5-4B9E-900F-1C96738B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ABAFC-9D2D-48EC-8F31-9383DF97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906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Formatter output is acceptable for this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0A60-5DA2-414C-8C01-8F89824B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FF082-FB40-4A4A-8176-9708FEE1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36BC8-FED8-40BB-A5A9-AAF4245A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7170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Required ESLint plugin rules have an owner or documented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2E4C4-0A18-4EC9-9D70-251900D4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E62C9-5DBA-439B-B274-71DCCB15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D99A2-3A71-4720-969F-E386367E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Editor, staged-file, and CI behavior agree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DFB4B-2C89-4172-A441-E7DCBA8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25F08-1CDB-4E2C-BD47-D10C240F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0F7B2-D322-42D3-9F42-34E42439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Type checking and test checks remain independent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89FD7-8B56-4DEB-8883-F7347C55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9C5B6"/>
          </a:solidFill>
          <a:ln xmlns:a="http://schemas.openxmlformats.org/drawingml/2006/main" w="0">
            <a:solidFill>
              <a:srgbClr val="49C5B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E81B6-8CB5-48BD-949B-40626B9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B958D-5777-4978-95C6-90AC7CE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B263B"/>
                </a:solidFill>
                <a:latin typeface="Helvetica Neue"/>
                <a:ea typeface="Helvetica Neue"/>
                <a:cs typeface="Helvetica Neue"/>
              </a:rPr>
              <a:t>The team has reviewed a representative migration diff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271B3-7330-4E5D-8009-561CB390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Recommendation: migrate formatting first, then adopt lint rules incrementally.</a:t>
            </a:r>
          </a:p>
        </p:txBody>
      </p:sp>
    </p:spTree>
    <p:extLst>
      <p:ext uri="{BB962C8B-B14F-4D97-AF65-F5344CB8AC3E}">
        <p14:creationId xmlns:p14="http://schemas.microsoft.com/office/powerpoint/2010/main" val="357863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2026-09-16T07:54:04.6170000Z</dcterms:created>
  <dcterms:modified xsi:type="dcterms:W3CDTF">2026-09-16T07:54:04.6170000Z</dcterms:modified>
</coreProperties>
</file>